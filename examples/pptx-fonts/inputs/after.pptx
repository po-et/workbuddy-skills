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8f7f4bd6fc7a49c2" /><Relationship Type="http://schemas.openxmlformats.org/officeDocument/2006/relationships/extended-properties" Target="/docProps/app.xml" Id="R4573234ce3614533" /><Relationship Type="http://schemas.openxmlformats.org/officeDocument/2006/relationships/officeDocument" Target="/ppt/presentation.xml" Id="R82737ba9f4fb42b9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e59293eddf5a4aef"/>
  </p:sldMasterIdLst>
  <p:notesMasterIdLst>
    <p:notesMasterId xmlns:r="http://schemas.openxmlformats.org/officeDocument/2006/relationships" r:id="R7cf084276ade4155"/>
  </p:notesMasterIdLst>
  <p:sldIdLst>
    <p:sldId xmlns:r="http://schemas.openxmlformats.org/officeDocument/2006/relationships" id="256" r:id="Rb2ecfbf41d8c4ac2"/>
    <p:sldId xmlns:r="http://schemas.openxmlformats.org/officeDocument/2006/relationships" id="257" r:id="R9b8c19091b50402c"/>
    <p:sldId xmlns:r="http://schemas.openxmlformats.org/officeDocument/2006/relationships" id="258" r:id="R05a32ef3f37c437a"/>
    <p:sldId xmlns:r="http://schemas.openxmlformats.org/officeDocument/2006/relationships" id="259" r:id="R49e057fbbfe0475d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1dcff1cb67724a2f" /><Relationship Type="http://schemas.openxmlformats.org/officeDocument/2006/relationships/slideMaster" Target="/ppt/slideMasters/slideMaster1.xml" Id="Re59293eddf5a4aef" /><Relationship Type="http://schemas.openxmlformats.org/officeDocument/2006/relationships/notesMaster" Target="/ppt/notesMasters/notesMaster1.xml" Id="R7cf084276ade4155" /><Relationship Type="http://schemas.openxmlformats.org/officeDocument/2006/relationships/presProps" Target="/ppt/presProps.xml" Id="R1b418ae6066749b2" /><Relationship Type="http://schemas.openxmlformats.org/officeDocument/2006/relationships/tableStyles" Target="/ppt/tableStyles.xml" Id="R29a7e6534a1a4ee0" /><Relationship Type="http://schemas.openxmlformats.org/officeDocument/2006/relationships/slide" Target="/ppt/slides/slide1.xml" Id="Rb2ecfbf41d8c4ac2" /><Relationship Type="http://schemas.openxmlformats.org/officeDocument/2006/relationships/slide" Target="/ppt/slides/slide2.xml" Id="R9b8c19091b50402c" /><Relationship Type="http://schemas.openxmlformats.org/officeDocument/2006/relationships/slide" Target="/ppt/slides/slide3.xml" Id="R05a32ef3f37c437a" /><Relationship Type="http://schemas.openxmlformats.org/officeDocument/2006/relationships/slide" Target="/ppt/slides/slide4.xml" Id="R49e057fbbfe0475d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18c035c2716544c9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da1532d958e14962" /><Relationship Type="http://schemas.openxmlformats.org/officeDocument/2006/relationships/notesMaster" Target="/ppt/notesMasters/notesMaster1.xml" Id="R8812efbd4f9c4cc1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e4c28a1f0d374436" /><Relationship Type="http://schemas.openxmlformats.org/officeDocument/2006/relationships/notesMaster" Target="/ppt/notesMasters/notesMaster1.xml" Id="Rb7da5bccc1e74d24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520c1fb0d37c49a6" /><Relationship Type="http://schemas.openxmlformats.org/officeDocument/2006/relationships/notesMaster" Target="/ppt/notesMasters/notesMaster1.xml" Id="Rf943ca714e6b44f6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5a778b1a64fd4b44" /><Relationship Type="http://schemas.openxmlformats.org/officeDocument/2006/relationships/notesMaster" Target="/ppt/notesMasters/notesMaster1.xml" Id="Ree692a670dbe46a8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19c84e1540a4bcd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01b9436350e4918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658a1fd395e4ce2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630d6ff79864ab5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093a80477884755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f7e225ba94b4ff4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D5EF4BF2-828F-45E9-9642-930675BC8EF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A56FE53D-60C0-483F-A61D-210662C1920B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06A72089-B339-4224-914E-3ABF50229F9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AC0F0BA3-AF5E-4D98-89E9-88FA248134C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704CD05D-D676-45BD-8CA2-36D7134AA038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6E79C974-47D0-4B9A-A4C5-7333259A408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0F9C0FC0-7CDE-4FAC-A39C-6D236E2C9041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FFC1F746-5F2A-4D4E-8069-113F6A6DB8DE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3D2D6857-619E-4A29-AAE1-37C02089853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295E6FB4-8901-4E4A-8381-1CCC7602AB6D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6039f6e1d9f24c5d" /><Relationship Type="http://schemas.openxmlformats.org/officeDocument/2006/relationships/slideLayout" Target="/ppt/slideLayouts/slideLayout1.xml" Id="R17f774187af84ac9" /><Relationship Type="http://schemas.openxmlformats.org/officeDocument/2006/relationships/slideLayout" Target="/ppt/slideLayouts/slideLayout2.xml" Id="R1009b1206a234494" /><Relationship Type="http://schemas.openxmlformats.org/officeDocument/2006/relationships/slideLayout" Target="/ppt/slideLayouts/slideLayout3.xml" Id="Raad06b54ddb342db" /><Relationship Type="http://schemas.openxmlformats.org/officeDocument/2006/relationships/slideLayout" Target="/ppt/slideLayouts/slideLayout4.xml" Id="Rddf7ae3c3afd4271" /><Relationship Type="http://schemas.openxmlformats.org/officeDocument/2006/relationships/slideLayout" Target="/ppt/slideLayouts/slideLayout5.xml" Id="R7f73f6b67d284f29" /><Relationship Type="http://schemas.openxmlformats.org/officeDocument/2006/relationships/slideLayout" Target="/ppt/slideLayouts/slideLayout6.xml" Id="R2e49b560c3d14f4a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17f774187af84ac9"/>
    <p:sldLayoutId xmlns:r="http://schemas.openxmlformats.org/officeDocument/2006/relationships" id="2147483650" r:id="R1009b1206a234494"/>
    <p:sldLayoutId xmlns:r="http://schemas.openxmlformats.org/officeDocument/2006/relationships" id="2147483651" r:id="Raad06b54ddb342db"/>
    <p:sldLayoutId xmlns:r="http://schemas.openxmlformats.org/officeDocument/2006/relationships" id="2147483652" r:id="Rddf7ae3c3afd4271"/>
    <p:sldLayoutId xmlns:r="http://schemas.openxmlformats.org/officeDocument/2006/relationships" id="2147483653" r:id="R7f73f6b67d284f29"/>
    <p:sldLayoutId xmlns:r="http://schemas.openxmlformats.org/officeDocument/2006/relationships" id="2147483654" r:id="R2e49b560c3d14f4a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120c41d298f4486" /><Relationship Type="http://schemas.openxmlformats.org/officeDocument/2006/relationships/notesSlide" Target="/ppt/notesSlides/notesSlide1.xml" Id="R3f0a45072cd54a3d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6fb7ecc07014f18" /><Relationship Type="http://schemas.openxmlformats.org/officeDocument/2006/relationships/notesSlide" Target="/ppt/notesSlides/notesSlide2.xml" Id="R344657efe43248dd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11ce191bd9948e5" /><Relationship Type="http://schemas.openxmlformats.org/officeDocument/2006/relationships/notesSlide" Target="/ppt/notesSlides/notesSlide3.xml" Id="R61713645888b47de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bf92ddb71814ed4" /><Relationship Type="http://schemas.openxmlformats.org/officeDocument/2006/relationships/notesSlide" Target="/ppt/notesSlides/notesSlide4.xml" Id="R337b4a36c1ef47ab" /></Relationships>
</file>

<file path=ppt/slides/slide1.xml><?xml version="1.0" encoding="utf-8"?>
<p:sld xmlns:a="http://schemas.openxmlformats.org/drawingml/2006/main" xmlns:ns2="http://schemas.microsoft.com/office/drawing/2014/main" xmlns:ns3="http://schemas.microsoft.com/office/powerpoint/2010/main" xmlns:p="http://schemas.openxmlformats.org/presentationml/2006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/>
      </p:grpSpPr>
      <p:sp>
        <p:nvSpPr>
          <p:cNvPr id="3" name="case-title">
            <a:extLst>
              <a:ext uri="{FF2B5EF4-FFF2-40B4-BE49-F238E27FC236}">
                <ns2:creationId id="{D2EF4A6B-6ACA-4591-B1C6-B9CBE175DF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952500"/>
            <a:ext cx="10515600" cy="123825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3400" b="1">
                <a:solidFill>
                  <a:srgbClr val="12304A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3400" b="1">
                <a:solidFill>
                  <a:srgbClr val="12304A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3400" b="1">
                <a:solidFill>
                  <a:srgbClr val="12304A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3400" b="1">
                <a:solidFill>
                  <a:srgbClr val="12304A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3400" b="1">
                <a:solidFill>
                  <a:srgbClr val="12304A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3400" b="1">
                <a:solidFill>
                  <a:srgbClr val="12304A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3400" b="1">
                <a:solidFill>
                  <a:srgbClr val="12304A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3400" b="1">
                <a:solidFill>
                  <a:srgbClr val="12304A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3400" b="1">
                <a:solidFill>
                  <a:srgbClr val="12304A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3400" b="1">
                <a:solidFill>
                  <a:srgbClr val="12304A"/>
                </a:solidFill>
                <a:latin typeface="PingFang SC"/>
                <a:ea typeface="PingFang SC"/>
                <a:cs typeface="PingFang SC"/>
              </a:defRPr>
            </a:lvl9pPr>
          </a:lstStyle>
          <a:p>
            <a:pPr>
              <a:defRPr sz="3400" b="1">
                <a:solidFill>
                  <a:srgbClr val="12304A"/>
                </a:solidFill>
                <a:latin typeface="PingFang SC"/>
                <a:ea typeface="PingFang SC"/>
                <a:cs typeface="PingFang SC"/>
              </a:defRPr>
            </a:pPr>
            <a:r>
              <a:rPr sz="3400" b="1">
                <a:solidFill>
                  <a:srgbClr val="12304A"/>
                </a:solidFill>
                <a:latin typeface="PingFang SC"/>
                <a:ea typeface="PingFang SC"/>
                <a:cs typeface="PingFang SC"/>
              </a:rPr>
              <a:t>合成案例：本周完成原型搭建</a:t>
            </a:r>
          </a:p>
        </p:txBody>
      </p:sp>
      <p:sp>
        <p:nvSpPr>
          <p:cNvPr id="2" name="case-body">
            <a:extLst>
              <a:ext uri="{FF2B5EF4-FFF2-40B4-BE49-F238E27FC236}">
                <ns2:creationId id="{D1161ECE-D5D6-49D5-AEF9-7E7BC96C8617}"/>
              </a:ext>
            </a:extLst>
          </p:cNvPr>
          <p:cNvSpPr>
            <a:spLocks noGrp="1"/>
          </p:cNvSpPr>
          <p:nvPr/>
        </p:nvSpPr>
        <p:spPr>
          <a:xfrm>
            <a:off x="838200" y="2857500"/>
            <a:ext cx="10515600" cy="171450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b="0">
                <a:solidFill>
                  <a:srgbClr val="254A66"/>
                </a:solidFill>
                <a:latin typeface="PingFang SC"/>
                <a:ea typeface="PingFang SC"/>
                <a:cs typeface="PingFang SC"/>
              </a:defRPr>
            </a:defPPr>
            <a:lvl1pPr>
              <a:defRPr b="0">
                <a:solidFill>
                  <a:srgbClr val="254A66"/>
                </a:solidFill>
                <a:latin typeface="PingFang SC"/>
                <a:ea typeface="PingFang SC"/>
                <a:cs typeface="PingFang SC"/>
              </a:defRPr>
            </a:lvl1pPr>
            <a:lvl2pPr>
              <a:defRPr b="0">
                <a:solidFill>
                  <a:srgbClr val="254A66"/>
                </a:solidFill>
                <a:latin typeface="PingFang SC"/>
                <a:ea typeface="PingFang SC"/>
                <a:cs typeface="PingFang SC"/>
              </a:defRPr>
            </a:lvl2pPr>
            <a:lvl3pPr>
              <a:defRPr b="0">
                <a:solidFill>
                  <a:srgbClr val="254A66"/>
                </a:solidFill>
                <a:latin typeface="PingFang SC"/>
                <a:ea typeface="PingFang SC"/>
                <a:cs typeface="PingFang SC"/>
              </a:defRPr>
            </a:lvl3pPr>
            <a:lvl4pPr>
              <a:defRPr b="0">
                <a:solidFill>
                  <a:srgbClr val="254A66"/>
                </a:solidFill>
                <a:latin typeface="PingFang SC"/>
                <a:ea typeface="PingFang SC"/>
                <a:cs typeface="PingFang SC"/>
              </a:defRPr>
            </a:lvl4pPr>
            <a:lvl5pPr>
              <a:defRPr b="0">
                <a:solidFill>
                  <a:srgbClr val="254A66"/>
                </a:solidFill>
                <a:latin typeface="PingFang SC"/>
                <a:ea typeface="PingFang SC"/>
                <a:cs typeface="PingFang SC"/>
              </a:defRPr>
            </a:lvl5pPr>
            <a:lvl6pPr>
              <a:defRPr b="0">
                <a:solidFill>
                  <a:srgbClr val="254A66"/>
                </a:solidFill>
                <a:latin typeface="PingFang SC"/>
                <a:ea typeface="PingFang SC"/>
                <a:cs typeface="PingFang SC"/>
              </a:defRPr>
            </a:lvl6pPr>
            <a:lvl7pPr>
              <a:defRPr b="0">
                <a:solidFill>
                  <a:srgbClr val="254A66"/>
                </a:solidFill>
                <a:latin typeface="PingFang SC"/>
                <a:ea typeface="PingFang SC"/>
                <a:cs typeface="PingFang SC"/>
              </a:defRPr>
            </a:lvl7pPr>
            <a:lvl8pPr>
              <a:defRPr b="0">
                <a:solidFill>
                  <a:srgbClr val="254A66"/>
                </a:solidFill>
                <a:latin typeface="PingFang SC"/>
                <a:ea typeface="PingFang SC"/>
                <a:cs typeface="PingFang SC"/>
              </a:defRPr>
            </a:lvl8pPr>
            <a:lvl9pPr>
              <a:defRPr b="0">
                <a:solidFill>
                  <a:srgbClr val="254A66"/>
                </a:solidFill>
                <a:latin typeface="PingFang SC"/>
                <a:ea typeface="PingFang SC"/>
                <a:cs typeface="PingFang SC"/>
              </a:defRPr>
            </a:lvl9pPr>
          </a:lstStyle>
          <a:p>
            <a:pPr>
              <a:defRPr b="0" sz="2400">
                <a:solidFill>
                  <a:srgbClr val="254A66"/>
                </a:solidFill>
                <a:latin typeface="PingFang SC"/>
                <a:ea typeface="PingFang SC"/>
                <a:cs typeface="PingFang SC"/>
              </a:defRPr>
            </a:pPr>
            <a:r>
              <a:rPr b="0">
                <a:solidFill>
                  <a:srgbClr val="254A66"/>
                </a:solidFill>
                <a:latin typeface="PingFang SC"/>
                <a:ea typeface="PingFang SC"/>
                <a:cs typeface="PingFang SC"/>
              </a:rPr>
              <a:t>原型已完成；接口联调和验收记录待补。</a:t>
            </a:r>
          </a:p>
        </p:txBody>
      </p:sp>
    </p:spTree>
    <p:extLst>
      <p:ext uri="{BB962C8B-B14F-4D97-AF65-F5344CB8AC3E}">
        <ns3:creationId val="2093095582"/>
      </p:ext>
    </p:extLst>
  </p:cSld>
</p:sld>
</file>

<file path=ppt/slides/slide2.xml><?xml version="1.0" encoding="utf-8"?>
<p:sld xmlns:a="http://schemas.openxmlformats.org/drawingml/2006/main" xmlns:ns2="http://schemas.microsoft.com/office/drawing/2014/main" xmlns:ns3="http://schemas.microsoft.com/office/powerpoint/2010/main" xmlns:p="http://schemas.openxmlformats.org/presentationml/2006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/>
      </p:grpSpPr>
      <p:sp>
        <p:nvSpPr>
          <p:cNvPr id="3" name="case-title">
            <a:extLst>
              <a:ext uri="{FF2B5EF4-FFF2-40B4-BE49-F238E27FC236}">
                <ns2:creationId id="{58084EE9-8B1F-4256-BB75-6364439AC4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952500"/>
            <a:ext cx="10515600" cy="123825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3400" b="1">
                <a:solidFill>
                  <a:srgbClr val="12304A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3400" b="1">
                <a:solidFill>
                  <a:srgbClr val="12304A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3400" b="1">
                <a:solidFill>
                  <a:srgbClr val="12304A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3400" b="1">
                <a:solidFill>
                  <a:srgbClr val="12304A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3400" b="1">
                <a:solidFill>
                  <a:srgbClr val="12304A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3400" b="1">
                <a:solidFill>
                  <a:srgbClr val="12304A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3400" b="1">
                <a:solidFill>
                  <a:srgbClr val="12304A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3400" b="1">
                <a:solidFill>
                  <a:srgbClr val="12304A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3400" b="1">
                <a:solidFill>
                  <a:srgbClr val="12304A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3400" b="1">
                <a:solidFill>
                  <a:srgbClr val="12304A"/>
                </a:solidFill>
                <a:latin typeface="PingFang SC"/>
                <a:ea typeface="PingFang SC"/>
                <a:cs typeface="PingFang SC"/>
              </a:defRPr>
            </a:lvl9pPr>
          </a:lstStyle>
          <a:p>
            <a:pPr>
              <a:defRPr sz="3400" b="1">
                <a:solidFill>
                  <a:srgbClr val="12304A"/>
                </a:solidFill>
                <a:latin typeface="PingFang SC"/>
                <a:ea typeface="PingFang SC"/>
                <a:cs typeface="PingFang SC"/>
              </a:defRPr>
            </a:pPr>
            <a:r>
              <a:rPr sz="3400" b="1">
                <a:solidFill>
                  <a:srgbClr val="12304A"/>
                </a:solidFill>
                <a:latin typeface="PingFang SC"/>
                <a:ea typeface="PingFang SC"/>
                <a:cs typeface="PingFang SC"/>
              </a:rPr>
              <a:t>合成案例：两项联调仍待确认</a:t>
            </a:r>
          </a:p>
        </p:txBody>
      </p:sp>
      <p:sp>
        <p:nvSpPr>
          <p:cNvPr id="2" name="case-body">
            <a:extLst>
              <a:ext uri="{FF2B5EF4-FFF2-40B4-BE49-F238E27FC236}">
                <ns2:creationId id="{C8DC2332-A75B-482C-85B1-B649E0822240}"/>
              </a:ext>
            </a:extLst>
          </p:cNvPr>
          <p:cNvSpPr>
            <a:spLocks noGrp="1"/>
          </p:cNvSpPr>
          <p:nvPr/>
        </p:nvSpPr>
        <p:spPr>
          <a:xfrm>
            <a:off x="838200" y="2857500"/>
            <a:ext cx="10515600" cy="171450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b="0">
                <a:solidFill>
                  <a:srgbClr val="254A66"/>
                </a:solidFill>
                <a:latin typeface="PingFang SC"/>
                <a:ea typeface="PingFang SC"/>
                <a:cs typeface="PingFang SC"/>
              </a:defRPr>
            </a:defPPr>
            <a:lvl1pPr>
              <a:defRPr b="0">
                <a:solidFill>
                  <a:srgbClr val="254A66"/>
                </a:solidFill>
                <a:latin typeface="PingFang SC"/>
                <a:ea typeface="PingFang SC"/>
                <a:cs typeface="PingFang SC"/>
              </a:defRPr>
            </a:lvl1pPr>
            <a:lvl2pPr>
              <a:defRPr b="0" sz="2400">
                <a:solidFill>
                  <a:srgbClr val="254A66"/>
                </a:solidFill>
                <a:latin typeface="PingFang SC"/>
                <a:ea typeface="PingFang SC"/>
                <a:cs typeface="PingFang SC"/>
              </a:defRPr>
            </a:lvl2pPr>
            <a:lvl3pPr>
              <a:defRPr b="0">
                <a:solidFill>
                  <a:srgbClr val="254A66"/>
                </a:solidFill>
                <a:latin typeface="PingFang SC"/>
                <a:ea typeface="PingFang SC"/>
                <a:cs typeface="PingFang SC"/>
              </a:defRPr>
            </a:lvl3pPr>
            <a:lvl4pPr>
              <a:defRPr b="0">
                <a:solidFill>
                  <a:srgbClr val="254A66"/>
                </a:solidFill>
                <a:latin typeface="PingFang SC"/>
                <a:ea typeface="PingFang SC"/>
                <a:cs typeface="PingFang SC"/>
              </a:defRPr>
            </a:lvl4pPr>
            <a:lvl5pPr>
              <a:defRPr b="0">
                <a:solidFill>
                  <a:srgbClr val="254A66"/>
                </a:solidFill>
                <a:latin typeface="PingFang SC"/>
                <a:ea typeface="PingFang SC"/>
                <a:cs typeface="PingFang SC"/>
              </a:defRPr>
            </a:lvl5pPr>
            <a:lvl6pPr>
              <a:defRPr b="0">
                <a:solidFill>
                  <a:srgbClr val="254A66"/>
                </a:solidFill>
                <a:latin typeface="PingFang SC"/>
                <a:ea typeface="PingFang SC"/>
                <a:cs typeface="PingFang SC"/>
              </a:defRPr>
            </a:lvl6pPr>
            <a:lvl7pPr>
              <a:defRPr b="0">
                <a:solidFill>
                  <a:srgbClr val="254A66"/>
                </a:solidFill>
                <a:latin typeface="PingFang SC"/>
                <a:ea typeface="PingFang SC"/>
                <a:cs typeface="PingFang SC"/>
              </a:defRPr>
            </a:lvl7pPr>
            <a:lvl8pPr>
              <a:defRPr b="0">
                <a:solidFill>
                  <a:srgbClr val="254A66"/>
                </a:solidFill>
                <a:latin typeface="PingFang SC"/>
                <a:ea typeface="PingFang SC"/>
                <a:cs typeface="PingFang SC"/>
              </a:defRPr>
            </a:lvl8pPr>
            <a:lvl9pPr>
              <a:defRPr b="0">
                <a:solidFill>
                  <a:srgbClr val="254A66"/>
                </a:solidFill>
                <a:latin typeface="PingFang SC"/>
                <a:ea typeface="PingFang SC"/>
                <a:cs typeface="PingFang SC"/>
              </a:defRPr>
            </a:lvl9pPr>
          </a:lstStyle>
          <a:p>
            <a:pPr lvl="1">
              <a:defRPr b="0">
                <a:solidFill>
                  <a:srgbClr val="254A66"/>
                </a:solidFill>
                <a:latin typeface="PingFang SC"/>
                <a:ea typeface="PingFang SC"/>
                <a:cs typeface="PingFang SC"/>
              </a:defRPr>
            </a:pPr>
            <a:r>
              <a:rPr b="0">
                <a:solidFill>
                  <a:srgbClr val="254A66"/>
                </a:solidFill>
                <a:latin typeface="PingFang SC"/>
                <a:ea typeface="PingFang SC"/>
                <a:cs typeface="PingFang SC"/>
              </a:rPr>
              <a:t>接口字段与错误处理仍需逐项核对。</a:t>
            </a:r>
          </a:p>
        </p:txBody>
      </p:sp>
    </p:spTree>
    <p:extLst>
      <p:ext uri="{BB962C8B-B14F-4D97-AF65-F5344CB8AC3E}">
        <ns3:creationId val="1445174682"/>
      </p:ext>
    </p:extLst>
  </p:cSld>
</p:sld>
</file>

<file path=ppt/slides/slide3.xml><?xml version="1.0" encoding="utf-8"?>
<p:sld xmlns:a="http://schemas.openxmlformats.org/drawingml/2006/main" xmlns:ns2="http://schemas.microsoft.com/office/drawing/2014/main" xmlns:ns3="http://schemas.microsoft.com/office/powerpoint/2010/main" xmlns:p="http://schemas.openxmlformats.org/presentationml/2006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/>
      </p:grpSpPr>
      <p:sp>
        <p:nvSpPr>
          <p:cNvPr id="3" name="case-title">
            <a:extLst>
              <a:ext uri="{FF2B5EF4-FFF2-40B4-BE49-F238E27FC236}">
                <ns2:creationId id="{7738DC68-482A-43E7-B962-A40CB49262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952500"/>
            <a:ext cx="10515600" cy="123825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3400" b="1">
                <a:solidFill>
                  <a:srgbClr val="12304A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3400" b="1">
                <a:solidFill>
                  <a:srgbClr val="12304A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3400" b="1">
                <a:solidFill>
                  <a:srgbClr val="12304A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3400" b="1">
                <a:solidFill>
                  <a:srgbClr val="12304A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3400" b="1">
                <a:solidFill>
                  <a:srgbClr val="12304A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3400" b="1">
                <a:solidFill>
                  <a:srgbClr val="12304A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3400" b="1">
                <a:solidFill>
                  <a:srgbClr val="12304A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3400" b="1">
                <a:solidFill>
                  <a:srgbClr val="12304A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3400" b="1">
                <a:solidFill>
                  <a:srgbClr val="12304A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3400" b="1">
                <a:solidFill>
                  <a:srgbClr val="12304A"/>
                </a:solidFill>
                <a:latin typeface="PingFang SC"/>
                <a:ea typeface="PingFang SC"/>
                <a:cs typeface="PingFang SC"/>
              </a:defRPr>
            </a:lvl9pPr>
          </a:lstStyle>
          <a:p>
            <a:pPr>
              <a:defRPr sz="3400" b="1">
                <a:solidFill>
                  <a:srgbClr val="12304A"/>
                </a:solidFill>
                <a:latin typeface="PingFang SC"/>
                <a:ea typeface="PingFang SC"/>
                <a:cs typeface="PingFang SC"/>
              </a:defRPr>
            </a:pPr>
            <a:r>
              <a:rPr sz="3400" b="1">
                <a:solidFill>
                  <a:srgbClr val="12304A"/>
                </a:solidFill>
                <a:latin typeface="PingFang SC"/>
                <a:ea typeface="PingFang SC"/>
                <a:cs typeface="PingFang SC"/>
              </a:rPr>
              <a:t>合成案例：完成验收再推进交付</a:t>
            </a:r>
          </a:p>
        </p:txBody>
      </p:sp>
      <p:sp>
        <p:nvSpPr>
          <p:cNvPr id="2" name="case-body">
            <a:extLst>
              <a:ext uri="{FF2B5EF4-FFF2-40B4-BE49-F238E27FC236}">
                <ns2:creationId id="{5711DF90-80CD-4F69-98D3-8C75C59D0324}"/>
              </a:ext>
            </a:extLst>
          </p:cNvPr>
          <p:cNvSpPr>
            <a:spLocks noGrp="1"/>
          </p:cNvSpPr>
          <p:nvPr/>
        </p:nvSpPr>
        <p:spPr>
          <a:xfrm>
            <a:off x="838200" y="2857500"/>
            <a:ext cx="10515600" cy="171450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b="0">
                <a:solidFill>
                  <a:srgbClr val="254A66"/>
                </a:solidFill>
                <a:latin typeface="PingFang SC"/>
                <a:ea typeface="PingFang SC"/>
                <a:cs typeface="PingFang SC"/>
              </a:defRPr>
            </a:defPPr>
            <a:lvl1pPr>
              <a:defRPr b="0">
                <a:solidFill>
                  <a:srgbClr val="254A66"/>
                </a:solidFill>
                <a:latin typeface="PingFang SC"/>
                <a:ea typeface="PingFang SC"/>
                <a:cs typeface="PingFang SC"/>
              </a:defRPr>
            </a:lvl1pPr>
            <a:lvl2pPr>
              <a:defRPr b="0">
                <a:solidFill>
                  <a:srgbClr val="254A66"/>
                </a:solidFill>
                <a:latin typeface="PingFang SC"/>
                <a:ea typeface="PingFang SC"/>
                <a:cs typeface="PingFang SC"/>
              </a:defRPr>
            </a:lvl2pPr>
            <a:lvl3pPr>
              <a:defRPr b="0">
                <a:solidFill>
                  <a:srgbClr val="254A66"/>
                </a:solidFill>
                <a:latin typeface="PingFang SC"/>
                <a:ea typeface="PingFang SC"/>
                <a:cs typeface="PingFang SC"/>
              </a:defRPr>
            </a:lvl3pPr>
            <a:lvl4pPr>
              <a:defRPr b="0">
                <a:solidFill>
                  <a:srgbClr val="254A66"/>
                </a:solidFill>
                <a:latin typeface="PingFang SC"/>
                <a:ea typeface="PingFang SC"/>
                <a:cs typeface="PingFang SC"/>
              </a:defRPr>
            </a:lvl4pPr>
            <a:lvl5pPr>
              <a:defRPr b="0">
                <a:solidFill>
                  <a:srgbClr val="254A66"/>
                </a:solidFill>
                <a:latin typeface="PingFang SC"/>
                <a:ea typeface="PingFang SC"/>
                <a:cs typeface="PingFang SC"/>
              </a:defRPr>
            </a:lvl5pPr>
            <a:lvl6pPr>
              <a:defRPr b="0">
                <a:solidFill>
                  <a:srgbClr val="254A66"/>
                </a:solidFill>
                <a:latin typeface="PingFang SC"/>
                <a:ea typeface="PingFang SC"/>
                <a:cs typeface="PingFang SC"/>
              </a:defRPr>
            </a:lvl6pPr>
            <a:lvl7pPr>
              <a:defRPr b="0">
                <a:solidFill>
                  <a:srgbClr val="254A66"/>
                </a:solidFill>
                <a:latin typeface="PingFang SC"/>
                <a:ea typeface="PingFang SC"/>
                <a:cs typeface="PingFang SC"/>
              </a:defRPr>
            </a:lvl7pPr>
            <a:lvl8pPr>
              <a:defRPr b="0">
                <a:solidFill>
                  <a:srgbClr val="254A66"/>
                </a:solidFill>
                <a:latin typeface="PingFang SC"/>
                <a:ea typeface="PingFang SC"/>
                <a:cs typeface="PingFang SC"/>
              </a:defRPr>
            </a:lvl8pPr>
            <a:lvl9pPr>
              <a:defRPr b="0">
                <a:solidFill>
                  <a:srgbClr val="254A66"/>
                </a:solidFill>
                <a:latin typeface="PingFang SC"/>
                <a:ea typeface="PingFang SC"/>
                <a:cs typeface="PingFang SC"/>
              </a:defRPr>
            </a:lvl9pPr>
          </a:lstStyle>
          <a:p>
            <a:pPr>
              <a:defRPr b="0" sz="800">
                <a:solidFill>
                  <a:srgbClr val="254A66"/>
                </a:solidFill>
                <a:latin typeface="PingFang SC"/>
                <a:ea typeface="PingFang SC"/>
                <a:cs typeface="PingFang SC"/>
              </a:defRPr>
            </a:pPr>
            <a:r>
              <a:rPr b="0" sz="2400">
                <a:solidFill>
                  <a:srgbClr val="254A66"/>
                </a:solidFill>
                <a:latin typeface="PingFang SC"/>
                <a:ea typeface="PingFang SC"/>
                <a:cs typeface="PingFang SC"/>
              </a:rPr>
              <a:t>核对任务、产物与结果，保留原始输入。</a:t>
            </a:r>
          </a:p>
        </p:txBody>
      </p:sp>
    </p:spTree>
    <p:extLst>
      <p:ext uri="{BB962C8B-B14F-4D97-AF65-F5344CB8AC3E}">
        <ns3:creationId val="1438883069"/>
      </p:ext>
    </p:extLst>
  </p:cSld>
</p:sld>
</file>

<file path=ppt/slides/slide4.xml><?xml version="1.0" encoding="utf-8"?>
<p:sld xmlns:a="http://schemas.openxmlformats.org/drawingml/2006/main" xmlns:ns2="http://schemas.microsoft.com/office/drawing/2014/main" xmlns:ns3="http://schemas.microsoft.com/office/powerpoint/2010/main" xmlns:p="http://schemas.openxmlformats.org/presentationml/2006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/>
      </p:grpSpPr>
      <p:sp>
        <p:nvSpPr>
          <p:cNvPr id="3" name="case-title">
            <a:extLst>
              <a:ext uri="{FF2B5EF4-FFF2-40B4-BE49-F238E27FC236}">
                <ns2:creationId id="{E96089E1-F524-45E1-A80C-0FEA79C553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952500"/>
            <a:ext cx="10515600" cy="123825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3400" b="1">
                <a:solidFill>
                  <a:srgbClr val="12304A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3400" b="1">
                <a:solidFill>
                  <a:srgbClr val="12304A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3400" b="1">
                <a:solidFill>
                  <a:srgbClr val="12304A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3400" b="1">
                <a:solidFill>
                  <a:srgbClr val="12304A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3400" b="1">
                <a:solidFill>
                  <a:srgbClr val="12304A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3400" b="1">
                <a:solidFill>
                  <a:srgbClr val="12304A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3400" b="1">
                <a:solidFill>
                  <a:srgbClr val="12304A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3400" b="1">
                <a:solidFill>
                  <a:srgbClr val="12304A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3400" b="1">
                <a:solidFill>
                  <a:srgbClr val="12304A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3400" b="1">
                <a:solidFill>
                  <a:srgbClr val="12304A"/>
                </a:solidFill>
                <a:latin typeface="PingFang SC"/>
                <a:ea typeface="PingFang SC"/>
                <a:cs typeface="PingFang SC"/>
              </a:defRPr>
            </a:lvl9pPr>
          </a:lstStyle>
          <a:p>
            <a:pPr>
              <a:defRPr sz="3400" b="1">
                <a:solidFill>
                  <a:srgbClr val="12304A"/>
                </a:solidFill>
                <a:latin typeface="PingFang SC"/>
                <a:ea typeface="PingFang SC"/>
                <a:cs typeface="PingFang SC"/>
              </a:defRPr>
            </a:pPr>
            <a:r>
              <a:rPr sz="3400" b="1">
                <a:solidFill>
                  <a:srgbClr val="12304A"/>
                </a:solidFill>
                <a:latin typeface="PingFang SC"/>
                <a:ea typeface="PingFang SC"/>
                <a:cs typeface="PingFang SC"/>
              </a:rPr>
              <a:t>合成案例：未知样式仍需人工查看</a:t>
            </a:r>
          </a:p>
        </p:txBody>
      </p:sp>
      <p:sp>
        <p:nvSpPr>
          <p:cNvPr id="2" name="case-body">
            <a:extLst>
              <a:ext uri="{FF2B5EF4-FFF2-40B4-BE49-F238E27FC236}">
                <ns2:creationId id="{62200890-2BEB-4CF9-9888-784A4AB493D8}"/>
              </a:ext>
            </a:extLst>
          </p:cNvPr>
          <p:cNvSpPr>
            <a:spLocks noGrp="1"/>
          </p:cNvSpPr>
          <p:nvPr/>
        </p:nvSpPr>
        <p:spPr>
          <a:xfrm>
            <a:off x="838200" y="2857500"/>
            <a:ext cx="10515600" cy="171450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b="0">
                <a:solidFill>
                  <a:srgbClr val="254A66"/>
                </a:solidFill>
                <a:latin typeface="PingFang SC"/>
                <a:ea typeface="PingFang SC"/>
                <a:cs typeface="PingFang SC"/>
              </a:defRPr>
            </a:defPPr>
            <a:lvl1pPr>
              <a:defRPr b="0">
                <a:solidFill>
                  <a:srgbClr val="254A66"/>
                </a:solidFill>
                <a:latin typeface="PingFang SC"/>
                <a:ea typeface="PingFang SC"/>
                <a:cs typeface="PingFang SC"/>
              </a:defRPr>
            </a:lvl1pPr>
            <a:lvl2pPr>
              <a:defRPr b="0">
                <a:solidFill>
                  <a:srgbClr val="254A66"/>
                </a:solidFill>
                <a:latin typeface="PingFang SC"/>
                <a:ea typeface="PingFang SC"/>
                <a:cs typeface="PingFang SC"/>
              </a:defRPr>
            </a:lvl2pPr>
            <a:lvl3pPr>
              <a:defRPr b="0">
                <a:solidFill>
                  <a:srgbClr val="254A66"/>
                </a:solidFill>
                <a:latin typeface="PingFang SC"/>
                <a:ea typeface="PingFang SC"/>
                <a:cs typeface="PingFang SC"/>
              </a:defRPr>
            </a:lvl3pPr>
            <a:lvl4pPr>
              <a:defRPr b="0">
                <a:solidFill>
                  <a:srgbClr val="254A66"/>
                </a:solidFill>
                <a:latin typeface="PingFang SC"/>
                <a:ea typeface="PingFang SC"/>
                <a:cs typeface="PingFang SC"/>
              </a:defRPr>
            </a:lvl4pPr>
            <a:lvl5pPr>
              <a:defRPr b="0">
                <a:solidFill>
                  <a:srgbClr val="254A66"/>
                </a:solidFill>
                <a:latin typeface="PingFang SC"/>
                <a:ea typeface="PingFang SC"/>
                <a:cs typeface="PingFang SC"/>
              </a:defRPr>
            </a:lvl5pPr>
            <a:lvl6pPr>
              <a:defRPr b="0">
                <a:solidFill>
                  <a:srgbClr val="254A66"/>
                </a:solidFill>
                <a:latin typeface="PingFang SC"/>
                <a:ea typeface="PingFang SC"/>
                <a:cs typeface="PingFang SC"/>
              </a:defRPr>
            </a:lvl6pPr>
            <a:lvl7pPr>
              <a:defRPr b="0">
                <a:solidFill>
                  <a:srgbClr val="254A66"/>
                </a:solidFill>
                <a:latin typeface="PingFang SC"/>
                <a:ea typeface="PingFang SC"/>
                <a:cs typeface="PingFang SC"/>
              </a:defRPr>
            </a:lvl7pPr>
            <a:lvl8pPr>
              <a:defRPr b="0">
                <a:solidFill>
                  <a:srgbClr val="254A66"/>
                </a:solidFill>
                <a:latin typeface="PingFang SC"/>
                <a:ea typeface="PingFang SC"/>
                <a:cs typeface="PingFang SC"/>
              </a:defRPr>
            </a:lvl8pPr>
            <a:lvl9pPr>
              <a:defRPr b="0">
                <a:solidFill>
                  <a:srgbClr val="254A66"/>
                </a:solidFill>
                <a:latin typeface="PingFang SC"/>
                <a:ea typeface="PingFang SC"/>
                <a:cs typeface="PingFang SC"/>
              </a:defRPr>
            </a:lvl9pPr>
          </a:lstStyle>
          <a:p>
            <a:pPr>
              <a:defRPr b="0">
                <a:solidFill>
                  <a:srgbClr val="254A66"/>
                </a:solidFill>
                <a:latin typeface="PingFang SC"/>
                <a:ea typeface="PingFang SC"/>
                <a:cs typeface="PingFang SC"/>
              </a:defRPr>
            </a:pPr>
            <a:r>
              <a:rPr b="0">
                <a:solidFill>
                  <a:srgbClr val="254A66"/>
                </a:solidFill>
                <a:latin typeface="PingFang SC"/>
                <a:ea typeface="PingFang SC"/>
                <a:cs typeface="PingFang SC"/>
              </a:rPr>
              <a:t>这段文字使用继承样式；脚本不能确认最终字号。</a:t>
            </a:r>
          </a:p>
        </p:txBody>
      </p:sp>
    </p:spTree>
    <p:extLst>
      <p:ext uri="{BB962C8B-B14F-4D97-AF65-F5344CB8AC3E}">
        <ns3:creationId val="310744354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2026-10-21T07:00:27.9430000Z</dcterms:created>
  <dcterms:modified xsi:type="dcterms:W3CDTF">2026-10-21T07:00:27.9430000Z</dcterms:modified>
</coreProperties>
</file>