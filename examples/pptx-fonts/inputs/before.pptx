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f4bd6fc7a49c2" /><Relationship Type="http://schemas.openxmlformats.org/officeDocument/2006/relationships/extended-properties" Target="/docProps/app.xml" Id="R4573234ce3614533" /><Relationship Type="http://schemas.openxmlformats.org/officeDocument/2006/relationships/officeDocument" Target="/ppt/presentation.xml" Id="R82737ba9f4fb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293eddf5a4aef"/>
  </p:sldMasterIdLst>
  <p:notesMasterIdLst>
    <p:notesMasterId xmlns:r="http://schemas.openxmlformats.org/officeDocument/2006/relationships" r:id="R7cf084276ade4155"/>
  </p:notesMasterIdLst>
  <p:sldIdLst>
    <p:sldId xmlns:r="http://schemas.openxmlformats.org/officeDocument/2006/relationships" id="256" r:id="Rb2ecfbf41d8c4ac2"/>
    <p:sldId xmlns:r="http://schemas.openxmlformats.org/officeDocument/2006/relationships" id="257" r:id="R9b8c19091b50402c"/>
    <p:sldId xmlns:r="http://schemas.openxmlformats.org/officeDocument/2006/relationships" id="258" r:id="R05a32ef3f37c437a"/>
    <p:sldId xmlns:r="http://schemas.openxmlformats.org/officeDocument/2006/relationships" id="259" r:id="R49e057fbbfe047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ff1cb67724a2f" /><Relationship Type="http://schemas.openxmlformats.org/officeDocument/2006/relationships/slideMaster" Target="/ppt/slideMasters/slideMaster1.xml" Id="Re59293eddf5a4aef" /><Relationship Type="http://schemas.openxmlformats.org/officeDocument/2006/relationships/notesMaster" Target="/ppt/notesMasters/notesMaster1.xml" Id="R7cf084276ade4155" /><Relationship Type="http://schemas.openxmlformats.org/officeDocument/2006/relationships/presProps" Target="/ppt/presProps.xml" Id="R1b418ae6066749b2" /><Relationship Type="http://schemas.openxmlformats.org/officeDocument/2006/relationships/tableStyles" Target="/ppt/tableStyles.xml" Id="R29a7e6534a1a4ee0" /><Relationship Type="http://schemas.openxmlformats.org/officeDocument/2006/relationships/slide" Target="/ppt/slides/slide1.xml" Id="Rb2ecfbf41d8c4ac2" /><Relationship Type="http://schemas.openxmlformats.org/officeDocument/2006/relationships/slide" Target="/ppt/slides/slide2.xml" Id="R9b8c19091b50402c" /><Relationship Type="http://schemas.openxmlformats.org/officeDocument/2006/relationships/slide" Target="/ppt/slides/slide3.xml" Id="R05a32ef3f37c437a" /><Relationship Type="http://schemas.openxmlformats.org/officeDocument/2006/relationships/slide" Target="/ppt/slides/slide4.xml" Id="R49e057fbbfe0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035c27165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532d958e14962" /><Relationship Type="http://schemas.openxmlformats.org/officeDocument/2006/relationships/notesMaster" Target="/ppt/notesMasters/notesMaster1.xml" Id="R8812efbd4f9c4c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28a1f0d374436" /><Relationship Type="http://schemas.openxmlformats.org/officeDocument/2006/relationships/notesMaster" Target="/ppt/notesMasters/notesMaster1.xml" Id="Rb7da5bccc1e7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c1fb0d37c49a6" /><Relationship Type="http://schemas.openxmlformats.org/officeDocument/2006/relationships/notesMaster" Target="/ppt/notesMasters/notesMaster1.xml" Id="Rf943ca714e6b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778b1a64fd4b44" /><Relationship Type="http://schemas.openxmlformats.org/officeDocument/2006/relationships/notesMaster" Target="/ppt/notesMasters/notesMaster1.xml" Id="Ree692a670dbe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c84e1540a4b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b9436350e49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8a1fd395e4c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0d6ff79864a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3a804778847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e225ba94b4f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F4BF2-828F-45E9-9642-930675BC8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6FE53D-60C0-483F-A61D-210662C192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A72089-B339-4224-914E-3ABF50229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F0BA3-AF5E-4D98-89E9-88FA24813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4CD05D-D676-45BD-8CA2-36D7134AA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79C974-47D0-4B9A-A4C5-7333259A4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9C0FC0-7CDE-4FAC-A39C-6D236E2C90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C1F746-5F2A-4D4E-8069-113F6A6DB8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D6857-619E-4A29-AAE1-37C020898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5E6FB4-8901-4E4A-8381-1CCC7602A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9f6e1d9f24c5d" /><Relationship Type="http://schemas.openxmlformats.org/officeDocument/2006/relationships/slideLayout" Target="/ppt/slideLayouts/slideLayout1.xml" Id="R17f774187af84ac9" /><Relationship Type="http://schemas.openxmlformats.org/officeDocument/2006/relationships/slideLayout" Target="/ppt/slideLayouts/slideLayout2.xml" Id="R1009b1206a234494" /><Relationship Type="http://schemas.openxmlformats.org/officeDocument/2006/relationships/slideLayout" Target="/ppt/slideLayouts/slideLayout3.xml" Id="Raad06b54ddb342db" /><Relationship Type="http://schemas.openxmlformats.org/officeDocument/2006/relationships/slideLayout" Target="/ppt/slideLayouts/slideLayout4.xml" Id="Rddf7ae3c3afd4271" /><Relationship Type="http://schemas.openxmlformats.org/officeDocument/2006/relationships/slideLayout" Target="/ppt/slideLayouts/slideLayout5.xml" Id="R7f73f6b67d284f29" /><Relationship Type="http://schemas.openxmlformats.org/officeDocument/2006/relationships/slideLayout" Target="/ppt/slideLayouts/slideLayout6.xml" Id="R2e49b560c3d14f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774187af84ac9"/>
    <p:sldLayoutId xmlns:r="http://schemas.openxmlformats.org/officeDocument/2006/relationships" id="2147483650" r:id="R1009b1206a234494"/>
    <p:sldLayoutId xmlns:r="http://schemas.openxmlformats.org/officeDocument/2006/relationships" id="2147483651" r:id="Raad06b54ddb342db"/>
    <p:sldLayoutId xmlns:r="http://schemas.openxmlformats.org/officeDocument/2006/relationships" id="2147483652" r:id="Rddf7ae3c3afd4271"/>
    <p:sldLayoutId xmlns:r="http://schemas.openxmlformats.org/officeDocument/2006/relationships" id="2147483653" r:id="R7f73f6b67d284f29"/>
    <p:sldLayoutId xmlns:r="http://schemas.openxmlformats.org/officeDocument/2006/relationships" id="2147483654" r:id="R2e49b560c3d14f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0c41d298f4486" /><Relationship Type="http://schemas.openxmlformats.org/officeDocument/2006/relationships/notesSlide" Target="/ppt/notesSlides/notesSlide1.xml" Id="R3f0a45072cd5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b7ecc07014f18" /><Relationship Type="http://schemas.openxmlformats.org/officeDocument/2006/relationships/notesSlide" Target="/ppt/notesSlides/notesSlide2.xml" Id="R344657efe432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ce191bd9948e5" /><Relationship Type="http://schemas.openxmlformats.org/officeDocument/2006/relationships/notesSlide" Target="/ppt/notesSlides/notesSlide3.xml" Id="R61713645888b47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92ddb71814ed4" /><Relationship Type="http://schemas.openxmlformats.org/officeDocument/2006/relationships/notesSlide" Target="/ppt/notesSlides/notesSlide4.xml" Id="R337b4a36c1ef47ab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D2EF4A6B-6ACA-4591-B1C6-B9CBE175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合成案例：本周完成原型搭建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D1161ECE-D5D6-49D5-AEF9-7E7BC96C8617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 sz="8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原型已完成；接口联调和验收记录待补。</a:t>
            </a:r>
          </a:p>
        </p:txBody>
      </p:sp>
    </p:spTree>
    <p:extLst>
      <p:ext uri="{BB962C8B-B14F-4D97-AF65-F5344CB8AC3E}">
        <ns3:creationId val="20930955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58084EE9-8B1F-4256-BB75-6364439A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合成案例：两项联调仍待确认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C8DC2332-A75B-482C-85B1-B649E0822240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 sz="8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lvl="1"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接口字段与错误处理仍需逐项核对。</a:t>
            </a:r>
          </a:p>
        </p:txBody>
      </p:sp>
    </p:spTree>
    <p:extLst>
      <p:ext uri="{BB962C8B-B14F-4D97-AF65-F5344CB8AC3E}">
        <ns3:creationId val="144517468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7738DC68-482A-43E7-B962-A40CB492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合成案例：完成验收再推进交付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5711DF90-80CD-4F69-98D3-8C75C59D0324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 sz="8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 sz="240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核对任务、产物与结果，保留原始输入。</a:t>
            </a:r>
          </a:p>
        </p:txBody>
      </p:sp>
    </p:spTree>
    <p:extLst>
      <p:ext uri="{BB962C8B-B14F-4D97-AF65-F5344CB8AC3E}">
        <ns3:creationId val="143888306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E96089E1-F524-45E1-A80C-0FEA79C5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合成案例：未知样式仍需人工查看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62200890-2BEB-4CF9-9888-784A4AB493D8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这段文字使用继承样式；脚本不能确认最终字号。</a:t>
            </a:r>
          </a:p>
        </p:txBody>
      </p:sp>
    </p:spTree>
    <p:extLst>
      <p:ext uri="{BB962C8B-B14F-4D97-AF65-F5344CB8AC3E}">
        <ns3:creationId val="31074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2026-10-21T07:00:27.9430000Z</dcterms:created>
  <dcterms:modified xsi:type="dcterms:W3CDTF">2026-10-21T07:00:27.9430000Z</dcterms:modified>
</coreProperties>
</file>